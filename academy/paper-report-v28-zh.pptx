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241280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论文报告 · 合并稿 v28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31136"/>
            <a:ext cx="1051560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 Contract-Centered Architecture for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33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Scalable and Manageable Agentic Runtimes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58768"/>
            <a:ext cx="102412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契约中心的可扩展 · 可管理 Agentic Runtime 参考架构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Yaxiao Liu · 39 页 · 8 图 · 48 条引用 · 无实测结果（research-program paper）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956048"/>
            <a:ext cx="3127248" cy="106070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唯一主命题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P1 cost-aware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capability-capacity separability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956048"/>
            <a:ext cx="3127248" cy="106070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六项测量义务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γ 覆盖率 / ν 违规率 / η 灵敏度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未覆盖事件按违规计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956048"/>
            <a:ext cx="3127248" cy="106070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四态判决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supported / falsified /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conditional-engineering / inconclusive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21792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2026-08-23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论文要回答的一个问题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全文只有一个研究问题，其余都是为使它可判而存在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9823" y="365760"/>
            <a:ext cx="694944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91056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Research question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2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Can a runtime activate independently deployable capabilities without materially changing capacity response, while scaling capacity without materially changing capability semantics, at an acceptable enforcement cost?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71216"/>
            <a:ext cx="5413248" cy="148132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产品方的变更请求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想激活一个新行为，而不必重新设计执行机队。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改变 activated capability configuration c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注册表里加不激活的条目不算 treatment。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71216"/>
            <a:ext cx="5413248" cy="1481328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平台方的变更请求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想加 worker、隔离区、加速器或区域容量，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而不改变已准入行为的含义。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改变 Scaffold capacity configuration 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517136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为什么单轴评测答不了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能力工作用任务成功率评，基础设施工作用吞吐与延迟评 —— 两种单轴评测都看不出两轴是否经由共享状态、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资源敏感输入、调度反馈、未声明副作用或绕过执法的路径**重新耦合**。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57784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注意：P1 不约束 Scaffold 主效应。扩容让吞吐变好是预期的，不构成对 P1 的支持，也不构成证伪。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§1–§2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四个责任对象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责任边界，不是必须的团队或服务划分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9823" y="365760"/>
            <a:ext cx="694944" cy="301752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责任模型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1（原图，非重绘）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078295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版本化、可独立部署的行为声明。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拥有任务意图、类型化 I/O、许可效果、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前置条件、测试、发布身份。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779079"/>
            <a:ext cx="3346704" cy="1078295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运行时编译器与治理者。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拥有逻辑准入与控制：路径构造、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schema 校验、策略求值、效果授权。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985391"/>
            <a:ext cx="3346704" cy="1154232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Scaffold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物理执行与隔离边界。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三模块：Sandbox 环境 / API 双轨路由 / 治理。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向 Harness 暴露资源事实，不重解释任务目标。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267640"/>
            <a:ext cx="3346704" cy="1078295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栈外数据底座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来源权威、语义定义、快照、血缘。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既非隐藏的 Scaffold 库，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也非 Skill 私有缓存。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§5.1 · SkillMD-138K 证据：98.73% 有 frontmatter，但仅约 23.2% 声明可执行组件 → 闭包必须由 Harness 在准入时强制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契约边界 C = ⟨I, O, G, A, B, V⟩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解析后契约是可检查的最小单元；每个字段可独立被拒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契约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2（原图，非重绘）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6459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六个字段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 / O 类型化输入输出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激活图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 授权与效果集 + 证据义务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预算与绑定约束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 版本钉定（policy/model/data/verifier/trace）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346704"/>
            <a:ext cx="3346704" cy="138988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选择性激活可观测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注册表可以有很多 Skill，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但只有准入路径上的激活行为改变时 c 才改变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这防止把注册表基数误当成能力干预。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864608"/>
            <a:ext cx="3346704" cy="12984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规划是概率的，准入不是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Planner 输出是**对授权的请求**，永不是授权。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应对 prompt injection 靠契约解析，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不靠指令过滤。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§6.1 · v25 统一了元组字母（企业篇原用 ⟨I,O,G,B,E,T⟩，已废弃）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控制面 / 数据面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画两个面不等于分离了 —— 义务必须观测每一次穿越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3（原图，非重绘）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986701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控制面 CP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注册表、策略、准入、放置逻辑。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∝ 状态事件，与业务流量解耦。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687485"/>
            <a:ext cx="3346704" cy="986701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数据面 DP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只接收解析后契约，执行已准入工作。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∝ token 流量。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802202"/>
            <a:ext cx="3346704" cy="120785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控制态泄漏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把每个 Skill schema 与策略注入每次请求，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会把逻辑扩展变成线性 prompt 增长，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并产生**含糊的权限**。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138077"/>
            <a:ext cx="3346704" cy="1207858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概率性控制面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经典 SDN/K8s 控制面是确定性配置下发；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此处部分由 LLM 驱动，故需可审计日志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与不变量执行来约束不确定性。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§6.2 · 可能的再耦合渠道：缓存填充、配额检查、重试控制器、放置提示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派生闭包编排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请求内的能力增长靠「加有界子 agent」，而非扩大既有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4（原图，非重绘）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38988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闭包规则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每个子 agent 契约在命名操作、证据来源、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I/O 与交接 schema、效果、预算上闭合。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闭包外的引用**不就地满足**。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090672"/>
            <a:ext cx="3346704" cy="138988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引用即派生条件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超出授权的需求记为**类型化未满足依赖**，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 Harness 解析新契约并作为子节点准入。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每次派生都过同一套确定性 gate。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608576"/>
            <a:ext cx="3346704" cy="148132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主 agent = 满足度控制器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不执行任务工具，只做 summarize + semantic join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+ top-k，并按声明的 σ_out 子域算 satisfaction ratio。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verifier 若不可校准，比值只是估计，不能单独授权终止。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§7.4 · 终止判据是契约级谓词，而非模型判断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数据底座：以源证据为权威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v26 的实质修订 —— 摘要与索引降为可审计衍生物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19511" y="365760"/>
            <a:ext cx="905256" cy="301752"/>
          </a:xfrm>
          <a:prstGeom prst="roundRect">
            <a:avLst>
              <a:gd name="adj" fmla="val 22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v26 修订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5（原图，非重绘）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17595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权威事实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canonical raw / source-native records、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版本快照、来源、访问策略、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确定性读取与抽取操作。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876736"/>
            <a:ext cx="3346704" cy="960637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衍生物（不得替代原始证据）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摘要、索引、候选关系。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此前把它们当作可替代表示，v26 已改。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965390"/>
            <a:ext cx="3346704" cy="117595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访问路径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全局排序发现 → 结构化导航 / 操作符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→ 读取版本化源证据。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在线时延与索引、导航的摊销成本分开记账。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269359"/>
            <a:ext cx="3346704" cy="1076576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被移除的实现性假设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「永久保留」「摘要即隐私保护」「SQLite 单写者」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现由治理契约决定，不再写成架构性质。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§8.1 · Memory 只记可观察工具轨迹与证据指针，不保存也不要求私有 chain-of-thought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中间关系层 IR 与 5W1H +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两个正交 registry 之间唯一的显式耦合点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29584" cy="124358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Data Wiki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address / index / operator catalog：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数据在哪、怎么寻址、有哪些确定性操作符。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72768"/>
            <a:ext cx="3529584" cy="124358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IR（唯一耦合点）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theme ↦ ⟨命中的源摘要集合, 5W1H+Which⟩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记录来源、快照、操作符、证据、回退与兼容范围。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72768"/>
            <a:ext cx="3566160" cy="124358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Theme Wiki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版本化任务族输出与质量契约：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经训练验证后才登记的可复用产出模板。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When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有效期与更新节奏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Where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访问域边界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0752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Who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数据归属与授权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12664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字段业务语义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94576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Why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声明的集成理由 / 因果假设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76488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How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物理访问路径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3054096"/>
            <a:ext cx="1536192" cy="11887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Which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关系上下文（新增第七维）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43984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为什么 Which 是必要的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前六维只在孤立状态下限定一个 fact；Which 把它放进 semantic join 应当展开的可导航邻域 —— 时间窗内共现的 temporal links 与 typed cross-references。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 When 可能过期、缺 Who 可能越权、缺 How 不可达、缺 Which 则上下文孤立。同一份七维记录兼作 agent 侧记忆的索引原子。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504688"/>
            <a:ext cx="11064240" cy="85953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P17 已在 v26 收窄为「有界策略契约解耦」：仅在兼容范围、界面复杂度、可替换性、无隐藏共享状态与迁移规则均明确时成立。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缩写消歧（v28）：相邻文献里 IR 更常指 intermediate **representation**（编译器式产物）。本文的 IR 是 theme 与其准入源集合之间版本化、可审计的 **relation**，由 Harness 在准入时读取，不被编译成产物。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§8.2 · 此节不提出新的检索或数据集成算法，贡献是把底座已有信息重组为可审计的关系层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Skill 生命周期与冻结为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draft → train → validate → staged release → monitor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9823" y="365760"/>
            <a:ext cx="694944" cy="301752"/>
          </a:xfrm>
          <a:prstGeom prst="roundRect">
            <a:avLst>
              <a:gd name="adj" fmla="val 22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7（原图，非重绘）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973695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操作闭包是验证 gate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测试须证明外部可见行为可由声明的效果表达。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模型版本稳定性在同一边界测试。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674479"/>
            <a:ext cx="3346704" cy="121337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确定性锚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当工具集稳定、输出结构化、分支可枚举，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执行过程可冻结为 code，不再每轮概率生成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但只在输入、依赖快照、种子、执行语义固定时确定。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015870"/>
            <a:ext cx="3346704" cy="1063575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双子目标 Reward（P15）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r_out 沿 σ_out 子域独立标注 × r_proc 过程一致性。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Pareto 式 gate：保护子域不退化 + 至少一个目标子域实质改善。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207461"/>
            <a:ext cx="3346704" cy="113847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phantom violation 警告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有工作观测到 harness 优化器为**从未发生的失败**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捏造 guardrail（60 次中 15 次）→ 过程判据必须是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运行前登记的产物，不能在评分时由模型生成。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§9 · P15 是次级假设，不进 P1 判决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P1：cost-aware capability-capacity separability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唯一主命题 —— 三个端点、三个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34979" y="365760"/>
            <a:ext cx="589788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主命题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运行时响应 R(c,s)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主端点 Y_R = ln(周期级 p95 准入→终止延迟)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估计量：差分中的差分 Δ_R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margin：m_R = log(1.10)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规则：90% 双侧整群置信区间整体落在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[−m_R, m_R] 内（TOST，α=0.05）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即 p95 尾延迟的交互不超过 10% 乘性变化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语义结局 Q(c,s)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主端点 Q_req = 满足**每一条**预登记需求的运行占比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对比：D_Q(c) = Q_req(c,s₁) − Q_req(c,s₀)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margin：m_Q = 0.05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规则：单侧 95% 整群置信下界 &gt; −0.05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（方向性非劣，非等效）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执法开销 E(c,s)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预算 B_E 在看到结局前固定，逐分量适用：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时延 / 算力 / 证据量 / 金额上限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每个分量的单侧 95% 上界须低于其预算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廉价的未仪器化路径**不能**满足该预算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缺失的控制工作使证据不合格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675887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所有 margin 必须由具名决策推导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不得取自 pilot 的观测方差 —— 那会让噪声大的仪器通过放宽自己的 margin 来给自己发证。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决策、决策的 owner、结果数值须作为三个独立的预登记字段记录。reset 哨兵的两个数值本版**显式留空**，注册前必须补齐。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773168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功效按交互项设计，而非按更大更容易的 Scaffold 主效应。工作样例：σ=0.4、ρ=0.05、n=500 时，80% 功效下最小可检测交互约 0.08（8% 乘性），需每处理顺序约 41 个集群。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632704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把功效不足报成独立性结论，是这条研究线最可能产生「有利于自己猜想的假阳性」的方式。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§5.3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六项测量义务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不是靠检视授予的架构美德 —— 每条五项必报输出 + 三阈值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34979" y="365760"/>
            <a:ext cx="589788" cy="301752"/>
          </a:xfrm>
          <a:prstGeom prst="roundRect">
            <a:avLst>
              <a:gd name="adj" fmla="val 22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可证伪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typed closure  ·  类型化闭包   —   违规 = 执行或请求了 bundle 之外的操作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99132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complete mediation  ·  完整中介   —   违规 = 调用到达效果边界而无当前契约授权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43784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effect non-interference  ·  效果不干扰   —   违规 = 一次运行改变了另一次的授权效果或语义输入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488436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shared-state isolation  ·  共享状态隔离   —   违规 = 越出契约分区的访问或未声明的争用边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33088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resource invariance  ·  资源不变性   —   违规 = 改变兼容 s 时改变了未声明的语义输入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77740"/>
            <a:ext cx="6949440" cy="576072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scheduler independence  ·  调度独立性   —   违规 = 未声明的调度→语义或能力→放置反馈边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1554480"/>
            <a:ext cx="3895344" cy="170078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五项必报输出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① 仪器覆盖率 O_j / N_j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② 观测到的违规 X_j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③ 不确定性（整群感知区间）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④ 执法成本（计入 E）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⑤ 运行域 Ω 的排除项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3401568"/>
            <a:ext cx="3895344" cy="195681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三阈值与保守方向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覆盖率下限 γ_j、违规率上限 ν_j、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监测灵敏度下限 η_j，均在收集前声明。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**未覆盖事件一律按违规计**：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最坏率 (X_j + M_j)/N_j 的单侧 95% 上界须低于 ν_j。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盲化诊断注入校准灵敏度；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自报的 Harness trace 不能自证完备。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§10 · 通过六项阈值不证明不存在第七条耦合渠道，只证明预登记的威胁模型被测得足够好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Cluster-Period 随机交叉试验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全文唯一的随机化单位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9823" y="365760"/>
            <a:ext cx="694944" cy="301752"/>
          </a:xfrm>
          <a:prstGeom prst="roundRect">
            <a:avLst>
              <a:gd name="adj" fmla="val 22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17904"/>
            <a:ext cx="7470648" cy="421493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7360920" cy="4105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769419"/>
            <a:ext cx="7360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Figure 6（原图，非重绘）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72768"/>
            <a:ext cx="3346704" cy="121337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实验单位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cluster-period：隔离的 worker 池 / 租户分区 /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部署单元，在一个 (c,s) 下运行固定周期。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周期内请求是重复观测，非独立随机化单位。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914158"/>
            <a:ext cx="3346704" cy="1063575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指派与平衡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在集群与失效模式区块内随机化；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对抗平衡序列使每个处理早晚位置相当，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以便估计差异性结转。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105749"/>
            <a:ext cx="3346704" cy="113847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重置哨兵（四项全过才进下一周期）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前一周期契约身份清零、清单哈希精确匹配、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哨兵 log-p95 与全新起点的区间受界、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哨兵全需求满足风险差受界。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372240"/>
            <a:ext cx="3346704" cy="97369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E 是边际量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配对回放固定 model/tool 输出，故「准入拒绝改变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后续轨迹」的机会成本不计入 E，而归入 Q。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§11 · 完整序列主估计 + 分配级 ITT 敏感性 + tipping-point；负载导致的失败是结局，不是排除项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四态判决规则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第四态的存在是因为六项义务是合取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判决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supported within 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六项义务全部通过覆盖率、灵敏度校准与最坏情况违规上界；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90% 交互区间落在 [−m_R, m_R] 内；每个语义下界超过 −m_Q；每项开销上界低于预算分量。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15768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falsified within 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合格性与校准足以判决，且交互区间整体越出 margin，或语义上界低于 −m_Q，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或观测违规下界超过上限，或执法开销下界超出预算。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877056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conditional-engineering result  ★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一项或多项义务违规率超阈 → 报告完整结局估计 + 越阈义务及其观测值，**对猜想不作任何方向的判决**。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它刻画 runtime 的工程状态，而非 P1 的科学地位；可发表、有信息量，且其违规率为后续研究提供剂量轴。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038344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inconclusive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仪器覆盖或监测校准不足、区间无法分辨 margin、重置后仍有污染、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预声明合格性规则失败，或所需量无法以计划的整群不确定性估计。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76072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判决规则区分「主张失败」与「未能测量」。功效不足导致的不显著交互是 inconclusive，不是支持。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§5.4 · 第四态由 v25 从企业篇提升为全局规则，使单个难测渠道不再永久锁死研究线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形式化附录：四条命题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回答一个很窄的问题：查询尚未知晓时，写时固定的表示能保住什么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19511" y="365760"/>
            <a:ext cx="905256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v27 引入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64240" cy="116128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① 解码器无关的错误下界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亏损 Δ(f) = H(Y | Z, Q)；条件 Fano 给出 Δ(f) ≤ H_b(P_e) + P_e·log₂(M−1)。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故 Δ(f) &gt; 0 时，任何**仅用 (Z, Q)** 的解码器都有一个由该表示与任务共同决定的正错误下界。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更强的 agent 只能减少解码器的次优性，无法重建 (Z, Q) 中已不存在的区分。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注意：不等式给的是**下界，不是观测错误的点估计**，等号也不必成立。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06624"/>
            <a:ext cx="11064240" cy="116128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② 划分判据、最小码率与查询单调性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确定编码器诱导源字母表的划分 π_f；每个查询诱导任务划分 π_q，π★ 是全部 π_q 的共同细化。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**充分 ⟺ π_f 的每个块都被包含在 π★ 的某个块内**（即 π_f 细化 π★）；由此 H(Z) ≥ H(π★)，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且 π★ 的块标识达到等号，故 R_min = H(π★)。扩大准入查询族只会让 π★ 更细，R_min 不可能下降。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推论：**比特数本身不是保真保证** —— 表示的位长不变，任务族扩张后仍可能变得不充分。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64240" cy="1161288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③ 线性—对数分离（在源回退可用的前提下）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坐标查询族：任何精确回答全部坐标查询的写时表示满足 H(Z) ≥ k bit；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若原始版本化源在读时仍可寻址，则一次「发地址 + 返回一个证据位」为 ⌈log₂k⌉ + 1 bit，比值 ≥ Θ(k / log₂k)。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**是 k 的线性—对数关系，不是 k 的指数关系** —— 只有把地址长度 n = log₂k 当作独立参数时才呈指数。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比较的是两种不同资源：未把原始存储、索引维护、授权检查与访问时延记作零成本。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157216"/>
            <a:ext cx="11064240" cy="116128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④ 接口不可区分性（统一多种失效模式）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任何存储/检索接口在源状态上诱导一个等价关系；若等价的两个状态对某准入查询答案不同，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则受限于该接口的下游解码器不可能精确充分。粗检索单元、顺序丢失、超预算切片都是它的实例：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顺序丢失是同一现象的群作用版本 —— n 个不同项在未知均匀排序下，置换不变表示丢弃 log₂(n!) bit 顺序身份（仅当顺序与任务相关时才算不足）。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3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**可寻址性是整个接口与回退路径的性质，不是贴在某个算法上的标签** —— 保留稳定源标识并支持精确回退的 embedding 系统就没有该缺陷。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论文附录 §A.1–A.4 · 随机编码、查询条件化物化、近似答案关系与连续源都需要不同的充分性定义，均在这些命题范围之外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形式化附录导出的五条设计约束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以及一条明确的证伪边界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19511" y="365760"/>
            <a:ext cx="905256" cy="301752"/>
          </a:xfrm>
          <a:prstGeom prst="roundRect">
            <a:avLst>
              <a:gd name="adj" fmla="val 22000"/>
            </a:avLst>
          </a:prstGeom>
          <a:solidFill>
            <a:srgbClr val="F5F3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v27 引入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① 每个衍生物都必须保留可解析的来源与快照身份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② 系统必须声明某个表示或策略被主张充分的**任务族**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346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③ 索引与摘要应按其保留的**区分与证据路径**评价，而不是只看压缩比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47472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④ 回退不只需要留下字节 —— 还需可执行访问、授权、新鲜度、来源与版本兼容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1480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1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⑤ 任务族扩大或源分布改变即触发重新验证，因为最小充分划分可能已变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28032"/>
            <a:ext cx="11064240" cy="104241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附录明确不主张的四件事（必须一起讲）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① 不证明 Data Wiki 降低时延或成本；② 不证明其索引优于直接读取；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③ **不证明 embedding 检索普遍更差**；④ 不证明源回退在运维上可靠。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这四件事属于 P16 的 held-out 对照与全生命周期成本测量，不属于证明。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980176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证明只建立一条边界：在所述有限、确定性假设下，一旦接口合并了某个准入任务必须区分的两个源状态，下游智能本身无法恢复精确性。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论文附录 §A.5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novelty 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最该主动承认的一篇，就在本文前提上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划界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138988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5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arXiv 2605.26112 — Scaling the Harness in Agentic AI（Shangding Gu, UC Berkeley）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该文主张下一个瓶颈是 system scaling 而非 model scaling，并把 foundation model 周围的结构化执行层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称为应被当作 “a first-class object of design, evaluation, and optimization” 的对象 —— 这就是本文所称的 Harness。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→ **把 harness 认定为可扩展性的关键层，不是本文的贡献。** 本文剩余空间是承诺它的一条可证伪推论：Ω 内 capability/capacity 可分离且执法成本有界，并给出随机化设计、margin、义务与四态判决。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90672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Falsifiable Release Gates（2607.13070）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其不变量治理 action-to-effector 路径，本文治理 capability-to-capacity 绑定；其 0.021 ms/请求被引为**下界**（只含不变量求值）。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040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Five-Plane（2606.12320）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治理视角的横切分面，可作本架构安全层，不建立可分离性主张。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407408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Skillware / SkillCorpus / 跨层错配 / Agent Skill Security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支撑「Skill 是需行为性验证的受治资产」，不证明任何具体 Skill 安全或可移植。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65776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GRACE（2607.09175）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结构化使验证局部化；IR 把该原理用到它未涉及的边界 —— 源侧与产出侧 registry 的耦合。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724144"/>
            <a:ext cx="11064240" cy="60350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vs DeltaBox（2605.22781）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4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毫秒级 sandbox checkpoint/rollback 是 reset 哨兵可能达成的**使能机制**，不是哨兵可达成的证据。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§4 · 2605.26112 长期未被识别，直接原因是本地 PDF 文件名标题写错（详见 papers/README.md 的核验说明）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v28 补引的三处，以及各自的划界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起因是审计本地 PDF 库与 bib 的差集：33 份 PDF 中 16 份未被引用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19511" y="365760"/>
            <a:ext cx="905256" cy="301752"/>
          </a:xfrm>
          <a:prstGeom prst="roundRect">
            <a:avLst>
              <a:gd name="adj" fmla="val 22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v28 新增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§4 harness 演化簇 — MemoHarness（2607.14159）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缺口：该段已引 Harness Handbook、GSME、WML、Phantom Guardrails，独缺同簇这篇，读起来像漏检。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划界：引作「harness 状态是受治资产」的证据，**不作为任何具体累积策略安全的证据**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后者正是 §8.3 把保留、删除、授权交给治理契约而非写成架构性质的理由。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79776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§8.3 决议 2 + §10 shared-state isolation — CoAgent（2606.15376）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缺口：v26 已把并发写入改为「后端中立的幂等与排序契约、不假设任何通用单写者设计」，但该决议零外部支撑。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划界：引以论证**把排序契约当作声明式接口**是合理的，**而非采纳其任何具体机制**；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并明写「本文不提出自己的吞吐或争用主张」。§10 处用它说明未声明的争用不是假想的。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2336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24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§6.4 audit — AgentForesight（2605.08715）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缺口：论文反复主张「自报 trace 不能自证完备」，此前无最接近的外部工作对照。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划界：**在线预测某次运行可能失败 ≠ 证明监测器覆盖了声明渠道集中的每个事件**。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早期预警可以很准而威胁模型覆盖率仍未被测量 —— 这正是六义务要求独立事件清单、不接受预测器置信度的原因。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3035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引用卫生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三条 bib 的标题与完整作者列表均取自各 PDF 的 /Title、/Author 元数据，未据本地文件名转写 —— 本轮审计证明文件名不可靠：33 份中 8 份标题与原文不符，5 份为实质性错误。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6053328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新增的 10 项 v28 测试把这三处的**划界措辞本身**一起断言，防止后续编辑把有限定的引用悄悄改成无限定背书。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评估记录见 vault 02-2026相关论文清单 §3 · 可选 4 篇与低优先 2 篇未引入，7 篇领域应用判定离题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证据边界：本文没有实测结果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这一页不能从报告里删掉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必读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64240" cy="10607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本文不提供什么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没有完成的 runtime 实现、没有实测的执法预算、没有数据集、没有 benchmark 结果、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没有关于某个部署可支撑规模的主张。图是责任与协议视图，不是截图或实现证据。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supported 不等于「证明独立」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只表示在预登记的 Ω、margin、功效与仪器条件内未触发任何证伪标准。任何更强外推都不成立。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5760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六项义务合取可能贵到不可测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严格的覆盖规则降低假支持，但会把有用的部署推向 inconclusive 或 conditional-engineering。外部效度因此存疑。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48056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组织与治理侧最缺证据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四类责任对象的 owner 划分、争议升级与跨企业可迁移性，尚未经任何组织研究检验 —— 这是全文最弱的一环。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与现有编排框架的逐项对比仍未落地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96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 v20 评审提出至今未做；论文已在 §13.4 把它登记为评估程序中最显眼的缺口。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§14 · 证据基础是分层的：经典基础是稳定锚点，同期文献只支撑动机，不验证本架构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2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下一步：最小可行研究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目的不是检验 P1，而是先验证协议可执行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140135" y="365760"/>
            <a:ext cx="484632" cy="301752"/>
          </a:xfrm>
          <a:prstGeom prst="roundRect">
            <a:avLst>
              <a:gd name="adj" fmla="val 22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57839" cy="1397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413248" cy="23774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单集群 2×2 可行性 pilot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刻意声明一个很小的 Ω：单租户、一个 workload family、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一个模型与 tokenizer 版本、一份策略快照、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恰好两个兼容 Scaffold class（不做拓扑扫描）。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能力轴用为实验撰写的合成 Skill，使声明面的 ground truth 可得。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复制次数花在每格的 cluster-period 上，而不是更多格子。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72768"/>
            <a:ext cx="5413248" cy="23774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400" b="1">
                <a:solidFill>
                  <a:srgbClr val="991B1B"/>
                </a:solidFill>
                <a:latin typeface="Microsoft YaHei"/>
                <a:ea typeface="Microsoft YaHei"/>
                <a:cs typeface="Microsoft YaHei"/>
              </a:rPr>
              <a:t>不能省的是仪器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六项义务全部仪器化、六个违规率全部报告 ——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即使结局对比功效不足，这些率本身就是主产物。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**不要求六项全过**：完整中介率非零而其余五项为零，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会得到一个 conditional-engineering 结果，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它准确指出真实 runtime 留下了哪条渠道、关闭它要多少代价。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114800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预期产出（刻意有限且具体）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六个违规率及其仪器、跨两个 Scaffold class 的语义区间、两点容量响应、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带 achieved power 的交互估计，以及关闭每个越阈义务所需成本的账。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230368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30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这个规模能与不能回答什么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**不能**建立可分离性，也不应声称建立了。</a:t>
            </a:r>
          </a:p>
          <a:p>
            <a:pPr algn="l">
              <a:lnSpc>
                <a:spcPct val="113000"/>
              </a:lnSpc>
              <a:spcBef>
                <a:spcPts val="300"/>
              </a:spcBef>
            </a:pPr>
            <a:r>
              <a:rPr sz="1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**能**回答「六项义务在一个运行中的系统里究竟是否可仪器化」—— 这一点目前未知，且是所有更大规模研究的前提。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85953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§11.5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437376"/>
            <a:ext cx="8686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77440"/>
            <a:ext cx="102412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3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42416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论文    academy/agentic-runtime-preprint/output/pdf/…_v28.pdf（39 页 / 8 图 / 48 引用）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正文    academy/agentic-runtime-preprint/paper_source/main.tex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变更史  academy/agentic-runtime-preprint/CHANGELOG.md（v25 合回单篇 → v26 证据审计 → v27 形式化附录 → v28 补引与 IR 消歧）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大纲    academy/v25-outline.md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评审 deck  academy/architecture-review-v25-zh.pptx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本 deck    academy/paper-report-v28-zh.pptx（构建脚本 paper_report_build.py）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笔记    Obsidian / Agentic-Runtime-参考架构（唯一权威，repo notes/ 为镜像）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